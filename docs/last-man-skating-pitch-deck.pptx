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— A SOLANA MOBILE HACKATHON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MAN SKATING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94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Solana Mobile Edition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3840480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Play: earn SKR by skating, not gambling.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KRISTEN STUDIOS GAMES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Clock In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organically-growing mobile game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isometric skating battle royale built in HTML5 canvas, packaged natively for Android via Capacitor — already published and growing before this hackathon began.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76200" dist="25400" dir="5400000">
              <a:srgbClr val="4B3B7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4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2000+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installs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Google Play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65176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76200" dist="25400" dir="5400000">
              <a:srgbClr val="4B3B7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4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worlds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(lake, space, volcano, more)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76200" dist="25400" dir="5400000">
              <a:srgbClr val="4B3B7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4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12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Google Play since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265176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76200" dist="25400" dir="5400000">
              <a:srgbClr val="4B3B7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0684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4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online duel &amp; FFA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AI-farmed stats)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FOR THIS HACKATHON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Porting a live game onto Solana Mobile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Mobile Wallet Adapter plugin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219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Capacitor Kotlin plugin wired directly to MWA — no deep-links, works with any MWA-compatible wallet (including the Seeker's built-in Seed Vault), tested end-to-end on a physical Solana Mobile device.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2461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"Proof of Play" program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3931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Anchor program that opens a weekly pool, receives validated scores from a trusted backend, finalizes the pool, and lets players claim their share directly to their wallet.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594360" cy="59436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663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settlement backend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0566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Cloudflare Worker reads weekly Firebase stats, computes scores, and settles + opens the next pool on-chain every Monday — fully automated, with manual override always available.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match to claimed SKR, every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651760"/>
            <a:ext cx="594360" cy="5943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Duel or FFA matches — real-time PvP, tracked server-side.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4688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0712" y="233172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EFE9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651760"/>
            <a:ext cx="594360" cy="5943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wins are computed as a delta against last week's snapshot.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4688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81344" y="233172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41464" y="2651760"/>
            <a:ext cx="594360" cy="59436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1464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submits scores on-chain and finalizes the weekly pool.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24688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51976" y="233172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EFE9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12096" y="2651760"/>
            <a:ext cx="594360" cy="59436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12096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signs with their wallet (MWA) — SKR lands directly on-chain.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Play, not chance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wagering. No randomness on the payout amount. The weekly pool is distributed purely by real competitive performance.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6309360" cy="2743200"/>
          </a:xfrm>
          <a:prstGeom prst="roundRect">
            <a:avLst>
              <a:gd name="adj" fmla="val 4000"/>
            </a:avLst>
          </a:prstGeom>
          <a:solidFill>
            <a:srgbClr val="1D1240"/>
          </a:solidFill>
          <a:ln w="19050">
            <a:solidFill>
              <a:srgbClr val="14F19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63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4F1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SCORE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5262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to each player's weekly Duel + FFA wins.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60920" y="27432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1D1240"/>
          </a:solidFill>
          <a:ln w="19050">
            <a:solidFill>
              <a:srgbClr val="994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60920" y="30632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94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EQUALLY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4526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every active player above a minimum score.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90879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3429000" cy="594360"/>
          </a:xfrm>
          <a:prstGeom prst="roundRect">
            <a:avLst>
              <a:gd name="adj" fmla="val 18462"/>
            </a:avLst>
          </a:prstGeom>
          <a:solidFill>
            <a:srgbClr val="9945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67128"/>
            <a:ext cx="3429000" cy="30175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program — devnet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instructions: init, fund, submit, finalize, claim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unit tests passing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u128 payout math, PDA-scoped anti-usurpation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74520"/>
            <a:ext cx="3429000" cy="594360"/>
          </a:xfrm>
          <a:prstGeom prst="roundRect">
            <a:avLst>
              <a:gd name="adj" fmla="val 18462"/>
            </a:avLst>
          </a:prstGeom>
          <a:solidFill>
            <a:srgbClr val="9945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167128"/>
            <a:ext cx="3429000" cy="30175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1874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9748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RTDB — weekly score snapshots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cron: settle + open next pool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endpoint (protected)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874520"/>
            <a:ext cx="3429000" cy="594360"/>
          </a:xfrm>
          <a:prstGeom prst="roundRect">
            <a:avLst>
              <a:gd name="adj" fmla="val 18462"/>
            </a:avLst>
          </a:prstGeom>
          <a:solidFill>
            <a:srgbClr val="994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2167128"/>
            <a:ext cx="3429000" cy="30175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1874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69748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+ native Kotlin plugin for MWA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Vault / Seeker compatible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game core (existing, unchanged)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flow signed via any MWA wallet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JUST DEMOED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end-to-end on a real device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instruction was run in conditions réelles — physical Android device, any MWA-compatible wallet (Phantom, Seeker's native Seed Vault), Solana devnet — not just Playground unit tests.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51760"/>
            <a:ext cx="411480" cy="4114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14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connect &amp; authorize — Mobile Wallet Adapter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651760"/>
            <a:ext cx="411480" cy="4114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514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submit_score — confirmed on Solana Explorer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20440"/>
            <a:ext cx="411480" cy="4114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832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fund_pool — real weekly pool funded on-chain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520440"/>
            <a:ext cx="411480" cy="4114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3832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claim_scratch — tokens received in player wallet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389120"/>
            <a:ext cx="411480" cy="4114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251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Double-claim correctly rejected (AlreadyClaimed)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25196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389120"/>
            <a:ext cx="411480" cy="4114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251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0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cron — settlement + next pool auto-opened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honestly, tackled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Anti-collusion scoring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matches against a verified opponent-pair history instead of self-declared totals.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1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 SKR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devnet test token simulating SKR for the real mainnet mint.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023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claim deadline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89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expiry + redistribution path for pools left unclaimed past the client's history window.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Play Store / dApp Store builds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440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dedicated AABs instead of one runtime-detection build.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SOLANA MOBILE EDITION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solo. Shipped for real.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is a live, published game — this hackathon added a real Solana Mobile economy on top of it, validated on-device, not just in theory.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3840480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Moleouf — Kristen Studios Games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github.com/moleouf/last-man-skating-solana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Man Skating — live on Google Play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Clock In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2026-09-15T11:57:38Z</dcterms:created>
  <dcterms:modified xsi:type="dcterms:W3CDTF">2026-09-15T11:57:38Z</dcterms:modified>
</cp:coreProperties>
</file>